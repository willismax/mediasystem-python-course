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97386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146298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274516" y="1462980"/>
            <a:ext cx="64759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系統與紀錄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1863030"/>
            <a:ext cx="35472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Aft>
                <a:spcPts val="1000"/>
              </a:spcAft>
              <a:buNone/>
            </a:pPr>
            <a:r>
              <a:rPr lang="en-US" sz="30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先拆解，再創作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31750" y="2439442"/>
            <a:ext cx="888950" cy="38100"/>
          </a:xfrm>
          <a:prstGeom prst="rect">
            <a:avLst/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1750" y="2642592"/>
            <a:ext cx="3547220" cy="294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8"/>
              </a:lnSpc>
              <a:buNone/>
            </a:pPr>
            <a:r>
              <a:rPr lang="en-US" sz="1900" dirty="0">
                <a:solidFill>
                  <a:srgbClr val="DFE5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什麼才算一個多媒體系統？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3139976"/>
            <a:ext cx="3547220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1600"/>
              </a:spcBef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從原理、實驗到可說明的作品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26868" y="603200"/>
            <a:ext cx="4802684" cy="3619500"/>
          </a:xfrm>
          <a:prstGeom prst="roundRect">
            <a:avLst>
              <a:gd name="adj" fmla="val 4561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5079" y="4816525"/>
            <a:ext cx="9559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 · 系統與紀錄</a:t>
            </a:r>
            <a:endParaRPr lang="en-US" sz="800" dirty="0"/>
          </a:p>
        </p:txBody>
      </p:sp>
      <p:pic>
        <p:nvPicPr>
          <p:cNvPr id="11" name="Image 0" descr="G:\我的雲端硬碟\AI\MS整合\course-115\assets\diagrams\cours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65960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77349" y="381000"/>
            <a:ext cx="64759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系統與紀錄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本週學習地圖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2329747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分辨多媒體檔案與多媒體系統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42667" y="1257449"/>
            <a:ext cx="2658517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893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52527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893" y="1901726"/>
            <a:ext cx="2329747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用輸入—處理—輸出—驗證拆解短片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3584" y="1257449"/>
            <a:ext cx="2658666" cy="1277094"/>
          </a:xfrm>
          <a:prstGeom prst="roundRect">
            <a:avLst>
              <a:gd name="adj" fmla="val 9944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0810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63444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40810" y="1901726"/>
            <a:ext cx="232989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Markdown 建立可追溯筆記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1750" y="2763143"/>
            <a:ext cx="8280499" cy="2349401"/>
          </a:xfrm>
          <a:prstGeom prst="roundRect">
            <a:avLst>
              <a:gd name="adj" fmla="val 6487"/>
            </a:avLst>
          </a:prstGeom>
          <a:noFill/>
          <a:ln w="9525">
            <a:solidFill>
              <a:srgbClr val="30394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5079" y="4816525"/>
            <a:ext cx="9559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 · 系統與紀錄</a:t>
            </a:r>
            <a:endParaRPr lang="en-US" sz="800" dirty="0"/>
          </a:p>
        </p:txBody>
      </p:sp>
      <p:pic>
        <p:nvPicPr>
          <p:cNvPr id="20" name="Image 0" descr="G:\我的雲端硬碟\AI\MS整合\course-115\assets\diagrams\course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21024" y="3675888"/>
            <a:ext cx="4983480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77349" y="381000"/>
            <a:ext cx="64759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系統與紀錄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核心原理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1746200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媒體管線不是工具清單，而是資料如何流動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1750" y="2283172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2470398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8976" y="27719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輸出要能播放，也要能說明來源與限制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308896"/>
            <a:ext cx="4025950" cy="898773"/>
          </a:xfrm>
          <a:prstGeom prst="roundRect">
            <a:avLst>
              <a:gd name="adj" fmla="val 14130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496121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79764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可以協作，但提示、採用與驗證都要留下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86300" y="1257449"/>
            <a:ext cx="41064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關鍵詞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6300" y="1587550"/>
            <a:ext cx="59069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10125" y="1660475"/>
            <a:ext cx="3499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65849" y="1587550"/>
            <a:ext cx="727918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489674" y="1660475"/>
            <a:ext cx="4898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82618" y="1587550"/>
            <a:ext cx="65930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06443" y="1660475"/>
            <a:ext cx="4198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30777" y="1587550"/>
            <a:ext cx="933599" cy="279202"/>
          </a:xfrm>
          <a:prstGeom prst="roundRect">
            <a:avLst>
              <a:gd name="adj" fmla="val 90974"/>
            </a:avLst>
          </a:prstGeom>
          <a:solidFill>
            <a:srgbClr val="151B24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54602" y="1660475"/>
            <a:ext cx="6996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6300" y="2095351"/>
            <a:ext cx="4025950" cy="1144339"/>
          </a:xfrm>
          <a:prstGeom prst="roundRect">
            <a:avLst>
              <a:gd name="adj" fmla="val 11098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73526" y="2282577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說明規則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73526" y="2606873"/>
            <a:ext cx="3724528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8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指出輸入、改變的參數、觀察到的輸出，以及仍不能確定的部分。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75079" y="4816525"/>
            <a:ext cx="9559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 · 系統與紀錄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77349" y="381000"/>
            <a:ext cx="64759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系統與紀錄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課堂實驗／任務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611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897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選一支 15–30 秒短片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6300" y="1257449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73526" y="144467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6160" y="1511052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73526" y="1901726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記錄圖片、聲音、字幕與時間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97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1611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97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畫出最小系統圖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86300" y="2540347"/>
            <a:ext cx="4025950" cy="1054298"/>
          </a:xfrm>
          <a:prstGeom prst="roundRect">
            <a:avLst>
              <a:gd name="adj" fmla="val 1204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73526" y="2727573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996160" y="2793950"/>
            <a:ext cx="112335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1014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73526" y="3184624"/>
            <a:ext cx="3724528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HackMD 個人筆記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5079" y="4816525"/>
            <a:ext cx="9559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 · 系統與紀錄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77349" y="381000"/>
            <a:ext cx="64759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系統與紀錄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同一核心，兩種支架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308348"/>
            <a:ext cx="4038600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95574"/>
            <a:ext cx="37374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日間引導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8976" y="1746349"/>
            <a:ext cx="3737431" cy="445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固定六格觀察表；指出一個可見效果與一個隱藏設定。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73501" y="1308348"/>
            <a:ext cx="4038749" cy="1650950"/>
          </a:xfrm>
          <a:prstGeom prst="roundRect">
            <a:avLst>
              <a:gd name="adj" fmla="val 769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60727" y="1495574"/>
            <a:ext cx="373758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0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進修挑戰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60727" y="1746349"/>
            <a:ext cx="3737583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拆解工作或生活流程；增加效能限制與權利風險。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3187898"/>
            <a:ext cx="8280499" cy="908893"/>
          </a:xfrm>
          <a:prstGeom prst="roundRect">
            <a:avLst>
              <a:gd name="adj" fmla="val 13973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18976" y="3375124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共同底線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8976" y="3686770"/>
            <a:ext cx="806416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spcBef>
                <a:spcPts val="700"/>
              </a:spcBef>
              <a:buNone/>
            </a:pPr>
            <a:r>
              <a:rPr lang="en-US" sz="13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路徑可完成；AI 生成需記錄；素材需有來源與同意；每位學生都能說明關鍵原理。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5079" y="4816525"/>
            <a:ext cx="9559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 · 系統與紀錄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81000"/>
            <a:ext cx="326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D7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077349" y="381000"/>
            <a:ext cx="647599" cy="171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系統與紀錄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1750" y="781050"/>
            <a:ext cx="8446109" cy="298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2"/>
              </a:lnSpc>
              <a:spcAft>
                <a:spcPts val="1400"/>
              </a:spcAft>
              <a:buNone/>
            </a:pPr>
            <a:r>
              <a:rPr lang="en-US" sz="2100" b="1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本週完成條件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3175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24D7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444675"/>
            <a:ext cx="3724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繳交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4777" y="1774775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HackMD 筆記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媒體拆解表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100–150 字反思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86300" y="1257449"/>
            <a:ext cx="4025950" cy="1536353"/>
          </a:xfrm>
          <a:prstGeom prst="roundRect">
            <a:avLst>
              <a:gd name="adj" fmla="val 8266"/>
            </a:avLst>
          </a:prstGeom>
          <a:solidFill>
            <a:srgbClr val="1A202B"/>
          </a:solidFill>
          <a:ln w="9525">
            <a:solidFill>
              <a:srgbClr val="313A4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3526" y="1444675"/>
            <a:ext cx="37245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24D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9327" y="1746200"/>
            <a:ext cx="3435697" cy="7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檔案與系統差在哪裡？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哪一步最可能出錯？</a:t>
            </a:r>
            <a:endParaRPr lang="en-US" sz="1200" dirty="0"/>
          </a:p>
          <a:p>
            <a:pPr algn="l" marL="342900" indent="-342900">
              <a:lnSpc>
                <a:spcPts val="1584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5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期末希望觀眾理解什麼？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1750" y="2958852"/>
            <a:ext cx="888950" cy="38100"/>
          </a:xfrm>
          <a:prstGeom prst="rect">
            <a:avLst/>
          </a:prstGeom>
          <a:solidFill>
            <a:srgbClr val="24D7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1750" y="3162002"/>
            <a:ext cx="8446109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AAB3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不要只交成品：留下變因、觀察、判斷與限制，才能把作品變成可學習的系統。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1750" y="4816525"/>
            <a:ext cx="8315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多媒體系統 115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5079" y="4816525"/>
            <a:ext cx="9559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973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W01 · 系統與紀錄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課程教材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W01｜先拆解，再創作</dc:title>
  <dc:subject>多媒體系統 115</dc:subject>
  <dc:creator>Willis Max</dc:creator>
  <cp:lastModifiedBy>Willis Max</cp:lastModifiedBy>
  <cp:revision>1</cp:revision>
  <dcterms:created xsi:type="dcterms:W3CDTF">2026-08-10T15:02:19Z</dcterms:created>
  <dcterms:modified xsi:type="dcterms:W3CDTF">2026-08-10T15:02:19Z</dcterms:modified>
</cp:coreProperties>
</file>