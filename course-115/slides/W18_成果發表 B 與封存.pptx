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46298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46298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863030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成果發表 B 與封存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439442"/>
            <a:ext cx="888950" cy="38100"/>
          </a:xfrm>
          <a:prstGeom prst="rect">
            <a:avLst/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642592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如何從成果回推可改進的系統？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13997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 · 期末發表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final-project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完成第二梯次發表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封存素材、程式與紀錄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用具體案例完成個人反思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540347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 · 期末發表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final-project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雲端網址與免費額度可能失效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應保留原始素材、開放紀錄與可重現步驟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反思要區分觀察、判斷、限制與下一步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72791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489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03069" y="1587550"/>
            <a:ext cx="65930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26894" y="1660475"/>
            <a:ext cx="419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51228" y="1587550"/>
            <a:ext cx="7963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75053" y="1660475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AI_USAGE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6457" y="1587550"/>
            <a:ext cx="93359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60282" y="1660475"/>
            <a:ext cx="699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095351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8257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06873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 · 期末發表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完整播放與答辯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 final.mp4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檢查 README／ASSET_LOG／AI_USAGE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完成五題個人反思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 · 期末發表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依封存清單逐項驗收。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補充未來部署或再利用條件。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 · 期末發表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期末發表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完整專題資料夾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個人反思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可開啟的最終連結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哪個概念改變了決策？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哪次 AI 建議被拒絕？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公開前還要查什麼？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W18 · 期末發表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W18｜成果發表 B 與封存</dc:title>
  <dc:subject>多媒體系統 115</dc:subject>
  <dc:creator>Willis Max</dc:creator>
  <cp:lastModifiedBy>Willis Max</cp:lastModifiedBy>
  <cp:revision>1</cp:revision>
  <dcterms:created xsi:type="dcterms:W3CDTF">2026-08-10T15:03:32Z</dcterms:created>
  <dcterms:modified xsi:type="dcterms:W3CDTF">2026-08-10T15:03:32Z</dcterms:modified>
</cp:coreProperties>
</file>