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146298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01467" y="146298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生成影像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1863030"/>
            <a:ext cx="35472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潛在擴散與提示控制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31750" y="2439442"/>
            <a:ext cx="888950" cy="38100"/>
          </a:xfrm>
          <a:prstGeom prst="rect">
            <a:avLst/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750" y="2642592"/>
            <a:ext cx="3547220" cy="294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900" dirty="0">
                <a:solidFill>
                  <a:srgbClr val="DF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文字如何控制生成影像？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1750" y="3139976"/>
            <a:ext cx="354722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1600"/>
              </a:spcBef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從原理、實驗到可說明的作品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26868" y="603200"/>
            <a:ext cx="4802684" cy="3619500"/>
          </a:xfrm>
          <a:prstGeom prst="roundRect">
            <a:avLst>
              <a:gd name="adj" fmla="val 4561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W05 · 生成影像</a:t>
            </a:r>
            <a:endParaRPr lang="en-US" sz="800" dirty="0"/>
          </a:p>
        </p:txBody>
      </p:sp>
      <p:pic>
        <p:nvPicPr>
          <p:cNvPr id="11" name="Image 0" descr="G:\我的雲端硬碟\AI\MS整合\course-115\assets\diagrams\latent-dif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965960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生成影像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本週學習地圖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2658517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 VAE 壓縮與解碼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2667" y="1257449"/>
            <a:ext cx="2658517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893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52527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893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理解文字編碼與交叉注意力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53584" y="1257449"/>
            <a:ext cx="2658666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40810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63444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0810" y="1901726"/>
            <a:ext cx="232989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公平比較 prompt、seed、steps、CFG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1750" y="2763143"/>
            <a:ext cx="8280499" cy="2349401"/>
          </a:xfrm>
          <a:prstGeom prst="roundRect">
            <a:avLst>
              <a:gd name="adj" fmla="val 6487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W05 · 生成影像</a:t>
            </a:r>
            <a:endParaRPr lang="en-US" sz="800" dirty="0"/>
          </a:p>
        </p:txBody>
      </p:sp>
      <p:pic>
        <p:nvPicPr>
          <p:cNvPr id="20" name="Image 0" descr="G:\我的雲端硬碟\AI\MS整合\course-115\assets\diagrams\latent-dif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1024" y="3675888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生成影像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核心原理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F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976" y="1746200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latent 空間去噪可降低空間計算量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750" y="2283172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2470398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F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8976" y="27719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交叉注意力把文字條件帶入影像特徵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308896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496121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F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79764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CFG 過高可能造成失真，steps 也非越多越好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6300" y="1257449"/>
            <a:ext cx="4106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F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6300" y="1587550"/>
            <a:ext cx="453479" cy="288727"/>
          </a:xfrm>
          <a:prstGeom prst="roundRect">
            <a:avLst>
              <a:gd name="adj" fmla="val 87972"/>
            </a:avLst>
          </a:prstGeom>
          <a:solidFill>
            <a:srgbClr val="151B24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0125" y="1660475"/>
            <a:ext cx="2099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28630" y="1587550"/>
            <a:ext cx="659309" cy="288727"/>
          </a:xfrm>
          <a:prstGeom prst="roundRect">
            <a:avLst>
              <a:gd name="adj" fmla="val 87972"/>
            </a:avLst>
          </a:prstGeom>
          <a:solidFill>
            <a:srgbClr val="151B24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52455" y="1660475"/>
            <a:ext cx="419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76789" y="1587550"/>
            <a:ext cx="1276648" cy="288727"/>
          </a:xfrm>
          <a:prstGeom prst="roundRect">
            <a:avLst>
              <a:gd name="adj" fmla="val 87972"/>
            </a:avLst>
          </a:prstGeom>
          <a:solidFill>
            <a:srgbClr val="151B24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00614" y="1660475"/>
            <a:ext cx="1049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cross-attention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42287" y="1587550"/>
            <a:ext cx="851743" cy="288727"/>
          </a:xfrm>
          <a:prstGeom prst="roundRect">
            <a:avLst>
              <a:gd name="adj" fmla="val 87972"/>
            </a:avLst>
          </a:prstGeom>
          <a:solidFill>
            <a:srgbClr val="151B24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66112" y="1660475"/>
            <a:ext cx="616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CFG／seed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6300" y="2104876"/>
            <a:ext cx="4025950" cy="1144339"/>
          </a:xfrm>
          <a:prstGeom prst="roundRect">
            <a:avLst>
              <a:gd name="adj" fmla="val 11098"/>
            </a:avLst>
          </a:prstGeom>
          <a:solidFill>
            <a:srgbClr val="1A202B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3526" y="2292102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說明規則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526" y="2616398"/>
            <a:ext cx="372452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指出輸入、改變的參數、觀察到的輸出，以及仍不能確定的部分。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W05 · 生成影像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生成影像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課堂實驗／任務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選中性且可公開的主題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8630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352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96160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52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固定比例與可見參數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1611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97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A／B／C 每次只加一層規格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630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352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6160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52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記錄改善與新失敗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W05 · 生成影像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生成影像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同一核心，兩種支架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308348"/>
            <a:ext cx="4038600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95574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日間引導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8976" y="1746349"/>
            <a:ext cx="373743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固定三段式提示模板，只調整一個段落。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73501" y="1308348"/>
            <a:ext cx="4038749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60727" y="1495574"/>
            <a:ext cx="3737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進修挑戰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60727" y="1746349"/>
            <a:ext cx="373758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建立三張圖共用的角色與風格規格。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187898"/>
            <a:ext cx="8280499" cy="908893"/>
          </a:xfrm>
          <a:prstGeom prst="roundRect">
            <a:avLst>
              <a:gd name="adj" fmla="val 1397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375124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共同底線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686770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7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路徑可完成；AI 生成需記錄；素材需有來源與同意；每位學生都能說明關鍵原理。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W05 · 生成影像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生成影像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本週完成條件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EF4E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F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繳交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4777" y="1774775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三版生成結果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控制變因表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提示與採用紀錄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630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F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9327" y="1746200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 為何省計算？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不能保證什麼？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CFG 越高一定越好嗎？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2958852"/>
            <a:ext cx="888950" cy="38100"/>
          </a:xfrm>
          <a:prstGeom prst="rect">
            <a:avLst/>
          </a:prstGeom>
          <a:solidFill>
            <a:srgbClr val="EF4E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750" y="3162002"/>
            <a:ext cx="844610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不要只交成品：留下變因、觀察、判斷與限制，才能把作品變成可學習的系統。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W05 · 生成影像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課程教材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W05｜潛在擴散與提示控制</dc:title>
  <dc:subject>多媒體系統 115</dc:subject>
  <dc:creator>Willis Max</dc:creator>
  <cp:lastModifiedBy>Willis Max</cp:lastModifiedBy>
  <cp:revision>1</cp:revision>
  <dcterms:created xsi:type="dcterms:W3CDTF">2026-08-10T15:02:37Z</dcterms:created>
  <dcterms:modified xsi:type="dcterms:W3CDTF">2026-08-10T15:02:37Z</dcterms:modified>
</cp:coreProperties>
</file>