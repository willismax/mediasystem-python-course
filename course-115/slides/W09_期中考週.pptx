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146298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7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528417" y="1462980"/>
            <a:ext cx="388620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校務週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1863030"/>
            <a:ext cx="35472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期中考週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31750" y="2439442"/>
            <a:ext cx="888950" cy="38100"/>
          </a:xfrm>
          <a:prstGeom prst="rect">
            <a:avLst/>
          </a:prstGeom>
          <a:solidFill>
            <a:srgbClr val="7C87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1750" y="2642592"/>
            <a:ext cx="3547220" cy="294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8"/>
              </a:lnSpc>
              <a:buNone/>
            </a:pPr>
            <a:r>
              <a:rPr lang="en-US" sz="1900" dirty="0">
                <a:solidFill>
                  <a:srgbClr val="DF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本週不授新課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31750" y="3139976"/>
            <a:ext cx="3547220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1600"/>
              </a:spcBef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從原理、實驗到可說明的作品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26868" y="603200"/>
            <a:ext cx="4802684" cy="3619500"/>
          </a:xfrm>
          <a:prstGeom prst="roundRect">
            <a:avLst>
              <a:gd name="adj" fmla="val 4561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003679" y="4816525"/>
            <a:ext cx="7227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W09 · 校務週</a:t>
            </a:r>
            <a:endParaRPr lang="en-US" sz="800" dirty="0"/>
          </a:p>
        </p:txBody>
      </p:sp>
      <p:pic>
        <p:nvPicPr>
          <p:cNvPr id="11" name="Image 0" descr="G:\我的雲端硬碟\AI\MS整合\course-115\assets\diagrams\course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965960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7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331250" y="381000"/>
            <a:ext cx="388620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校務週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本週學習地圖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2658517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7C87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7C87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2329747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確認班級首頁公告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42667" y="1257449"/>
            <a:ext cx="2658517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7C87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29893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7C87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52527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893" y="1901726"/>
            <a:ext cx="2329747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檢查 W01–W08 檔案可開啟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53584" y="1257449"/>
            <a:ext cx="2658666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7C87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40810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7C87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63444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0810" y="1901726"/>
            <a:ext cx="232989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保留時間準備其他科目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1750" y="2540347"/>
            <a:ext cx="8280499" cy="2349401"/>
          </a:xfrm>
          <a:prstGeom prst="roundRect">
            <a:avLst>
              <a:gd name="adj" fmla="val 6487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003679" y="4816525"/>
            <a:ext cx="7227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W09 · 校務週</a:t>
            </a:r>
            <a:endParaRPr lang="en-US" sz="800" dirty="0"/>
          </a:p>
        </p:txBody>
      </p:sp>
      <p:pic>
        <p:nvPicPr>
          <p:cNvPr id="20" name="Image 0" descr="G:\我的雲端硬碟\AI\MS整合\course-115\assets\diagrams\course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1024" y="3675888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7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331250" y="381000"/>
            <a:ext cx="388620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校務週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核心原理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7C8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8976" y="1746200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不新增技術內容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1750" y="2283172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8976" y="2470398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7C8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8976" y="27719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不新增實作進度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308896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496121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7C8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797647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可選整理不列新作業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86300" y="1257449"/>
            <a:ext cx="41064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7C8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關鍵詞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86300" y="1587550"/>
            <a:ext cx="1139428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7C87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10125" y="1660475"/>
            <a:ext cx="909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87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new lesson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86300" y="2095351"/>
            <a:ext cx="4025950" cy="1144339"/>
          </a:xfrm>
          <a:prstGeom prst="roundRect">
            <a:avLst>
              <a:gd name="adj" fmla="val 11098"/>
            </a:avLst>
          </a:prstGeom>
          <a:solidFill>
            <a:srgbClr val="1A202B"/>
          </a:solidFill>
          <a:ln w="9525">
            <a:solidFill>
              <a:srgbClr val="7C87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73526" y="2282577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說明規則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73526" y="2606873"/>
            <a:ext cx="3724528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指出輸入、改變的參數、觀察到的輸出，以及仍不能確定的部分。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003679" y="4816525"/>
            <a:ext cx="7227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W09 · 校務週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7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331250" y="381000"/>
            <a:ext cx="388620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校務週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課堂實驗／任務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7C87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確認期中評量安排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8630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7352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7C87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96160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52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整理回饋：保留／修改／待查證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897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7C87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1611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897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準備下週耳機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8630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7352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7C87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96160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52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不需提前製作後半作品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003679" y="4816525"/>
            <a:ext cx="7227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W09 · 校務週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87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331250" y="381000"/>
            <a:ext cx="388620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校務週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本週完成條件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981819"/>
          </a:xfrm>
          <a:prstGeom prst="roundRect">
            <a:avLst>
              <a:gd name="adj" fmla="val 12935"/>
            </a:avLst>
          </a:prstGeom>
          <a:solidFill>
            <a:srgbClr val="1A202B"/>
          </a:solidFill>
          <a:ln w="9525">
            <a:solidFill>
              <a:srgbClr val="7C87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7C8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繳交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4777" y="1774775"/>
            <a:ext cx="3435697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無新作業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86300" y="1257449"/>
            <a:ext cx="4025950" cy="981819"/>
          </a:xfrm>
          <a:prstGeom prst="roundRect">
            <a:avLst>
              <a:gd name="adj" fmla="val 12935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352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7C8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89327" y="1746200"/>
            <a:ext cx="3435697" cy="20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下週：數位聲音與頻譜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750" y="2404318"/>
            <a:ext cx="888950" cy="38100"/>
          </a:xfrm>
          <a:prstGeom prst="rect">
            <a:avLst/>
          </a:prstGeom>
          <a:solidFill>
            <a:srgbClr val="7C87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1750" y="2607469"/>
            <a:ext cx="844610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不要只交成品：留下變因、觀察、判斷與限制，才能把作品變成可學習的系統。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003679" y="4816525"/>
            <a:ext cx="7227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W09 · 校務週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課程教材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W09｜期中考週</dc:title>
  <dc:subject>多媒體系統 115</dc:subject>
  <dc:creator>Willis Max</dc:creator>
  <cp:lastModifiedBy>Willis Max</cp:lastModifiedBy>
  <cp:revision>1</cp:revision>
  <dcterms:created xsi:type="dcterms:W3CDTF">2026-08-10T15:02:52Z</dcterms:created>
  <dcterms:modified xsi:type="dcterms:W3CDTF">2026-08-10T15:02:52Z</dcterms:modified>
</cp:coreProperties>
</file>