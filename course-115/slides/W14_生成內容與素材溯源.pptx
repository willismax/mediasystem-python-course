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315938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315938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715988"/>
            <a:ext cx="35472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生成內容與素材溯源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292400"/>
            <a:ext cx="888950" cy="38100"/>
          </a:xfrm>
          <a:prstGeom prst="rect">
            <a:avLst/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495550"/>
            <a:ext cx="3547220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如何建立可追溯的多媒體素材庫？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287167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W14 · 影片模組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media-prove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source／image／audio／subtitle 結構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填寫素材來源、授權、同意與 AI 紀錄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讓素材包可由他人快速接手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763143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W14 · 影片模組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media-prove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素材包是剪輯流程的輸入契約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內嵌 metadata 可能在轉檔或上傳時消失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應記錄來源、處理與用途鏈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79637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559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1530" y="1587550"/>
            <a:ext cx="93359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95355" y="1660475"/>
            <a:ext cx="699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93979" y="1587550"/>
            <a:ext cx="79637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17804" y="1660475"/>
            <a:ext cx="559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 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79209" y="1587550"/>
            <a:ext cx="113942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03034" y="1660475"/>
            <a:ext cx="90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 scope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095351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28257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606873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W14 · 影片模組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整理 8–12 個素材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 ASSET_LOG.csv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交換素材包做五分鐘驗收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替缺檔或失權素材準備備援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W14 · 影片模組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使用固定資料夾與表格欄位。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增加版本規則與缺檔自動檢查。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W14 · 影片模組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完整素材包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ASSET_LOG.csv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AI_USAGE.md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與 provenance 差在哪？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為何不覆寫原始檔？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哪個素材失權就要換？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W14 · 影片模組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W14｜生成內容與素材溯源</dc:title>
  <dc:subject>多媒體系統 115</dc:subject>
  <dc:creator>Willis Max</dc:creator>
  <cp:lastModifiedBy>Willis Max</cp:lastModifiedBy>
  <cp:revision>1</cp:revision>
  <dcterms:created xsi:type="dcterms:W3CDTF">2026-08-10T15:03:14Z</dcterms:created>
  <dcterms:modified xsi:type="dcterms:W3CDTF">2026-08-10T15:03:14Z</dcterms:modified>
</cp:coreProperties>
</file>