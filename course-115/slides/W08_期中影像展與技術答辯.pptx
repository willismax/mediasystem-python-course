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2573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2573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657350"/>
            <a:ext cx="354722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期中影像展與技術答辯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64512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848273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我能不能解釋作品背後的技術？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34565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image-show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用三分鐘說明影像作品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以控制實驗支持改善判斷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個別回答影像與生成原理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540347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image-show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評量可重現性，不只看華麗程度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展示失敗版比只秀成品更能說明決策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不確定時先區分觀察、推論與待查證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1530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95355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56759" y="1587550"/>
            <a:ext cx="10708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80584" y="1660475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 case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16428" y="1587550"/>
            <a:ext cx="10708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40253" y="1660475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oral defense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秒問題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秒流程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秒核心技術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秒比較＋15 秒限制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依固定檢核表說明參數、輸出與錯誤。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補充設計取捨與專題延伸路徑。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期中評量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影像故事組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頁展示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個人反思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哪個證據支持你的選擇？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哪項限制仍存在？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哪些素材進入期末？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W08 · 期中評量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W08｜期中影像展與技術答辯</dc:title>
  <dc:subject>多媒體系統 115</dc:subject>
  <dc:creator>Willis Max</dc:creator>
  <cp:lastModifiedBy>Willis Max</cp:lastModifiedBy>
  <cp:revision>1</cp:revision>
  <dcterms:created xsi:type="dcterms:W3CDTF">2026-08-10T15:02:49Z</dcterms:created>
  <dcterms:modified xsi:type="dcterms:W3CDTF">2026-08-10T15:02:49Z</dcterms:modified>
</cp:coreProperties>
</file>