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146298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401467" y="146298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聲音模組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1863030"/>
            <a:ext cx="35472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數位聲音與頻譜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31750" y="2439442"/>
            <a:ext cx="888950" cy="38100"/>
          </a:xfrm>
          <a:prstGeom prst="rect">
            <a:avLst/>
          </a:prstGeom>
          <a:solidFill>
            <a:srgbClr val="9B6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1750" y="2642592"/>
            <a:ext cx="3547220" cy="294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8"/>
              </a:lnSpc>
              <a:buNone/>
            </a:pPr>
            <a:r>
              <a:rPr lang="en-US" sz="1900" dirty="0">
                <a:solidFill>
                  <a:srgbClr val="DF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聲音如何變成可以運算的數字？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31750" y="3139976"/>
            <a:ext cx="3547220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1600"/>
              </a:spcBef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從原理、實驗到可說明的作品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26868" y="603200"/>
            <a:ext cx="4802684" cy="3619500"/>
          </a:xfrm>
          <a:prstGeom prst="roundRect">
            <a:avLst>
              <a:gd name="adj" fmla="val 4561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W10 · 聲音模組</a:t>
            </a:r>
            <a:endParaRPr lang="en-US" sz="800" dirty="0"/>
          </a:p>
        </p:txBody>
      </p:sp>
      <p:pic>
        <p:nvPicPr>
          <p:cNvPr id="11" name="Image 0" descr="G:\我的雲端硬碟\AI\MS整合\course-115\assets\diagrams\audio-sampling-st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965960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聲音模組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本週學習地圖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2658517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B6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2329747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解釋取樣率、位元深度與 Nyquist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42667" y="1257449"/>
            <a:ext cx="2658517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9893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B6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52527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893" y="1901726"/>
            <a:ext cx="2329747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區分波形、FFT 與 STFT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53584" y="1257449"/>
            <a:ext cx="2658666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40810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B6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63444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0810" y="1901726"/>
            <a:ext cx="232989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比較窗長與 hop length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1750" y="2763143"/>
            <a:ext cx="8280499" cy="2349401"/>
          </a:xfrm>
          <a:prstGeom prst="roundRect">
            <a:avLst>
              <a:gd name="adj" fmla="val 6487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W10 · 聲音模組</a:t>
            </a:r>
            <a:endParaRPr lang="en-US" sz="800" dirty="0"/>
          </a:p>
        </p:txBody>
      </p:sp>
      <p:pic>
        <p:nvPicPr>
          <p:cNvPr id="20" name="Image 0" descr="G:\我的雲端硬碟\AI\MS整合\course-115\assets\diagrams\audio-sampling-st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1024" y="3675888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聲音模組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核心原理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9B6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8976" y="1746200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取樣率要高於最高頻率兩倍只是理想基礎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1750" y="2283172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8976" y="2470398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9B6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8976" y="27719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FFT 看整段頻率，STFT 保留局部時間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308896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496121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9B6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797647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窗長增加通常改善頻率解析、犧牲時間解析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86300" y="1257449"/>
            <a:ext cx="41064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9B6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關鍵詞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6300" y="1587550"/>
            <a:ext cx="100220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0125" y="1660475"/>
            <a:ext cx="769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rate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77359" y="1587550"/>
            <a:ext cx="727918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01184" y="1660475"/>
            <a:ext cx="4898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Nyquist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94128" y="1587550"/>
            <a:ext cx="45347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17953" y="1660475"/>
            <a:ext cx="2099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36457" y="1587550"/>
            <a:ext cx="52208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260282" y="1660475"/>
            <a:ext cx="2799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STFT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6300" y="2095351"/>
            <a:ext cx="4025950" cy="1144339"/>
          </a:xfrm>
          <a:prstGeom prst="roundRect">
            <a:avLst>
              <a:gd name="adj" fmla="val 11098"/>
            </a:avLst>
          </a:prstGeom>
          <a:solidFill>
            <a:srgbClr val="1A202B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73526" y="2282577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說明規則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73526" y="2606873"/>
            <a:ext cx="3724528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指出輸入、改變的參數、觀察到的輸出，以及仍不能確定的部分。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W10 · 聲音模組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聲音模組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課堂實驗／任務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B6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載入 3–5 秒 WAV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8630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352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B6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96160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52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畫波形與 STFT dB 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97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B6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1611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897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只改 n_fft 或 hop length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630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7352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B6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96160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52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比較拍手、母音、環境聲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W10 · 聲音模組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聲音模組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同一核心，兩種支架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308348"/>
            <a:ext cx="4038600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95574"/>
            <a:ext cx="37374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日間引導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8976" y="1746349"/>
            <a:ext cx="3737431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用固定三段音檔辨認時間與頻率特徵。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73501" y="1308348"/>
            <a:ext cx="4038749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60727" y="1495574"/>
            <a:ext cx="37375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進修挑戰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60727" y="1746349"/>
            <a:ext cx="3737583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提出一個必須用 STFT 才容易回答的問題。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187898"/>
            <a:ext cx="8280499" cy="908893"/>
          </a:xfrm>
          <a:prstGeom prst="roundRect">
            <a:avLst>
              <a:gd name="adj" fmla="val 1397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375124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共同底線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686770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7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路徑可完成；AI 生成需記錄；素材需有來源與同意；每位學生都能說明關鍵原理。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W10 · 聲音模組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B6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聲音模組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本週完成條件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9B6C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9B6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繳交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4777" y="1774775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波形與時頻圖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參數比較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觀察說明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8630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352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9B6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89327" y="1746200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44.1 kHz 是可聽上限嗎？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為何要分窗？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窗長如何取捨？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750" y="2958852"/>
            <a:ext cx="888950" cy="38100"/>
          </a:xfrm>
          <a:prstGeom prst="rect">
            <a:avLst/>
          </a:prstGeom>
          <a:solidFill>
            <a:srgbClr val="9B6C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1750" y="3162002"/>
            <a:ext cx="844610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不要只交成品：留下變因、觀察、判斷與限制，才能把作品變成可學習的系統。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W10 · 聲音模組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課程教材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W10｜數位聲音與頻譜</dc:title>
  <dc:subject>多媒體系統 115</dc:subject>
  <dc:creator>Willis Max</dc:creator>
  <cp:lastModifiedBy>Willis Max</cp:lastModifiedBy>
  <cp:revision>1</cp:revision>
  <dcterms:created xsi:type="dcterms:W3CDTF">2026-08-10T15:02:57Z</dcterms:created>
  <dcterms:modified xsi:type="dcterms:W3CDTF">2026-08-10T15:02:57Z</dcterms:modified>
</cp:coreProperties>
</file>