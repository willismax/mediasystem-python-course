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110258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110258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510308"/>
            <a:ext cx="354722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短影音腳本與數位影片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98080"/>
            <a:ext cx="888950" cy="38100"/>
          </a:xfrm>
          <a:prstGeom prst="rect">
            <a:avLst/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701230"/>
            <a:ext cx="3547220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短影音不是把素材排在一起而已嗎？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492847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 · 影片模組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short-video-stor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以時間預算寫 15–30 秒腳本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 FPS、解析度、timebase 與同步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4–6 格分鏡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 · 影片模組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short-video-stor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是時間取樣密度，不等於敘事內容量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旁白、字幕與畫面要共享同一時間設計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直式畫面需保留字幕與平台介面安全區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4534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2099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28630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52455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13859" y="1587550"/>
            <a:ext cx="52208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7684" y="1660475"/>
            <a:ext cx="27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4799" y="1587550"/>
            <a:ext cx="9335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48624" y="1660475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storyboard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寫一句核心訊息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朗讀旁白並實際計時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分配 Hook／Context／Process／Result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填入素材、字幕與聲音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固定五段時間模板與四格分鏡。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自訂節奏，但需低算力備援與素材風險。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秒旁白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格分鏡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時間與素材清單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影格增加等於內容增加嗎？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字幕安全區在哪裡？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素材不足時先縮小什麼？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W13 · 影片模組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W13｜短影音腳本與數位影片</dc:title>
  <dc:subject>多媒體系統 115</dc:subject>
  <dc:creator>Willis Max</dc:creator>
  <cp:lastModifiedBy>Willis Max</cp:lastModifiedBy>
  <cp:revision>1</cp:revision>
  <dcterms:created xsi:type="dcterms:W3CDTF">2026-08-10T15:03:10Z</dcterms:created>
  <dcterms:modified xsi:type="dcterms:W3CDTF">2026-08-10T15:03:10Z</dcterms:modified>
</cp:coreProperties>
</file>