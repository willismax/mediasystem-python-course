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卷積與影像處理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濾鏡為什麼能找出邊緣？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con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手算一個 3×3 卷積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辨認模糊、銳化與邊緣核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解釋 padding 與資料型別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con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卷積是鄰域加權和，不是魔法按鈕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邊界策略會改變輸出邊緣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負值與大於 255 的結果需要正確處理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6593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34459" y="1587550"/>
            <a:ext cx="7279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58284" y="1660475"/>
            <a:ext cx="48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51228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5053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clipping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6457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60282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紙上算 3×3 灰階區塊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NumPy 實作卷積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OpenCV／Pillow 對照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製作柔和、銳利與線稿三版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kernel，只改一個權重或門檻。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建立資料夾批次處理與命名規則。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三種濾鏡輸出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參數與時間紀錄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平均核為何除以總和？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邊緣等於物體辨識嗎？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整張發黑先查什麼？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W03 · 影像模組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W03｜卷積與影像處理</dc:title>
  <dc:subject>多媒體系統 115</dc:subject>
  <dc:creator>Willis Max</dc:creator>
  <cp:lastModifiedBy>Willis Max</cp:lastModifiedBy>
  <cp:revision>1</cp:revision>
  <dcterms:created xsi:type="dcterms:W3CDTF">2026-08-10T15:02:28Z</dcterms:created>
  <dcterms:modified xsi:type="dcterms:W3CDTF">2026-08-10T15:02:28Z</dcterms:modified>
</cp:coreProperties>
</file>