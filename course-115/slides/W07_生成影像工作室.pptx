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315938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315938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715988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生成影像工作室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292400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495550"/>
            <a:ext cx="354722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如何做出一致而可信的影像系列？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287167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image-story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先建立視覺規格再生成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用版本比較改善一致性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完成尺寸、色調與安全區後製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image-story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單張好看不等於能形成影片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固定角色、色盤、構圖語言與字幕空間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輸出是素材；瑕疵與來源仍需人工檢查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10708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bible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5969" y="1587550"/>
            <a:ext cx="10022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9794" y="1660475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37028" y="1587550"/>
            <a:ext cx="8649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60853" y="1660475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area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955602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028527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463403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650629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974925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寫故事句與四格分鏡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建立角色／色盤／構圖規格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生成、拒絕、修正並記錄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 3–6 張統一比例圖片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固定「狀態—問題—處理—結果」四格。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自訂敘事並建立可重用提示元件。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影像作品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張影像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視覺規格與分鏡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來源、提示與瑕疵表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固定了哪些變因？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哪種一致性最難？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哪張圖最可能造成誤解？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影像作品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W07｜生成影像工作室</dc:title>
  <dc:subject>多媒體系統 115</dc:subject>
  <dc:creator>Willis Max</dc:creator>
  <cp:lastModifiedBy>Willis Max</cp:lastModifiedBy>
  <cp:revision>1</cp:revision>
  <dcterms:created xsi:type="dcterms:W3CDTF">2026-08-10T15:02:44Z</dcterms:created>
  <dcterms:modified xsi:type="dcterms:W3CDTF">2026-08-10T15:02:44Z</dcterms:modified>
</cp:coreProperties>
</file>