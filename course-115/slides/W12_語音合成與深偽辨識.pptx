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315938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315938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715988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語音合成與深偽辨識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292400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495550"/>
            <a:ext cx="354722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聲音深偽如何生成，又如何辨識風險？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287167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voice-synthesis-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區分 TTS、voice cloning、voice conversion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 mel、vocoder、speaker embedding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建立多證據查證流程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voice-synthesis-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文字／音素→聲學模型→mel→vocoder→波形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embedding 是說話者特徵表示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偵測器分數只能當線索，不能單獨定論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4534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2099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28630" y="1587550"/>
            <a:ext cx="127664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2455" y="1660475"/>
            <a:ext cx="1049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 spectrogram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94128" y="1587550"/>
            <a:ext cx="7279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7953" y="1660475"/>
            <a:ext cx="48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vocoder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955602"/>
            <a:ext cx="14137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028527"/>
            <a:ext cx="1189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embedding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463403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650629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974925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盲聽授權真實／合成音檔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寫判斷、信心與可觀察線索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查看波形與頻譜後修正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提出仍需的外部證據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固定音檔比較，排序 TTS 管線。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設計收到可疑語音時的技術＋情境查證流程。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盲聽紀錄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揭露卡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安全查證流程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是聲音檔嗎？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vocoder 輸入輸出為何？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為何不可單靠偵測分數？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 · 聲音模組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W12｜語音合成與深偽辨識</dc:title>
  <dc:subject>多媒體系統 115</dc:subject>
  <dc:creator>Willis Max</dc:creator>
  <cp:lastModifiedBy>Willis Max</cp:lastModifiedBy>
  <cp:revision>1</cp:revision>
  <dcterms:created xsi:type="dcterms:W3CDTF">2026-08-10T15:03:06Z</dcterms:created>
  <dcterms:modified xsi:type="dcterms:W3CDTF">2026-08-10T15:03:06Z</dcterms:modified>
</cp:coreProperties>
</file>