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46298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期末成果發表 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如何讓觀眾相信我的技術說明？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 · 期末發表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final-project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完整播放與個別答辯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連結作品流程與技術原理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給出可操作的同儕回饋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540347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 · 期末發表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final-project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不以特效數與生成量評分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每項主張要有作品或紀錄支持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個人仍需說明自己的決策、失敗與限制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52208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27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97239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21064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2469" y="1587550"/>
            <a:ext cx="10708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06294" y="1660475"/>
            <a:ext cx="839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oral defense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42138" y="1587550"/>
            <a:ext cx="10022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65963" y="1660475"/>
            <a:ext cx="76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 review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 · 期末發表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播放作品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說明問題與管線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展示技術比較與失敗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回答個別原理問題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 · 期末發表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依固定答辯範圍準備。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補充整合取捨與實務限制。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 · 期末發表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完整作品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答辯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兩組同儕回饋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47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哪個證據最有說服力？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哪個問題仍待改善？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W17 · 期末發表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W17｜期末成果發表 A</dc:title>
  <dc:subject>多媒體系統 115</dc:subject>
  <dc:creator>Willis Max</dc:creator>
  <cp:lastModifiedBy>Willis Max</cp:lastModifiedBy>
  <cp:revision>1</cp:revision>
  <dcterms:created xsi:type="dcterms:W3CDTF">2026-08-10T15:03:28Z</dcterms:created>
  <dcterms:modified xsi:type="dcterms:W3CDTF">2026-08-10T15:03:28Z</dcterms:modified>
</cp:coreProperties>
</file>