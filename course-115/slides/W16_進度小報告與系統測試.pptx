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2573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2573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專題整合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657350"/>
            <a:ext cx="354722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進度小報告與系統測試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645122"/>
            <a:ext cx="888950" cy="38100"/>
          </a:xfrm>
          <a:prstGeom prst="rect">
            <a:avLst/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848273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作品是否已經成為一個系統？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34565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 · 專題整合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final-project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專題整合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播放從頭到尾可運作的 rough cut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用架構圖說明資料流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完成正常、邊界與錯誤測試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 · 專題整合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final-project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專題整合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先修不能播放、看不懂、聽不清楚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再修來源、同意、揭露與可重現性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最後才增加轉場、動畫與裝飾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86498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62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rough cut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40139" y="1587550"/>
            <a:ext cx="10708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63964" y="1660475"/>
            <a:ext cx="839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99808" y="1587550"/>
            <a:ext cx="86498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23633" y="1660475"/>
            <a:ext cx="62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case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53648" y="1587550"/>
            <a:ext cx="79637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77473" y="1660475"/>
            <a:ext cx="5597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 · 專題整合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專題整合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秒問題＋60 秒播放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秒架構＋60 秒技術比較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秒權利與 AI 揭露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秒風險與期限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 · 專題整合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專題整合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固定表逐組檢查播放、聲畫、字幕與來源。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說明刪除或延後一項功能如何降低風險。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 · 專題整合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專題整合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FF6B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 cut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一頁架構圖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三類測試與任務表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哪個錯誤最先修？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雲端失效時怎麼辦？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期末前只保留哪三件事？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FF6B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W16 · 專題整合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W16｜進度小報告與系統測試</dc:title>
  <dc:subject>多媒體系統 115</dc:subject>
  <dc:creator>Willis Max</dc:creator>
  <cp:lastModifiedBy>Willis Max</cp:lastModifiedBy>
  <cp:revision>1</cp:revision>
  <dcterms:created xsi:type="dcterms:W3CDTF">2026-08-10T15:03:23Z</dcterms:created>
  <dcterms:modified xsi:type="dcterms:W3CDTF">2026-08-10T15:03:23Z</dcterms:modified>
</cp:coreProperties>
</file>