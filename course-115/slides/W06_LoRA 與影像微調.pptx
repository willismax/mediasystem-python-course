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與影像微調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影像微調到底改了什麼？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 · 生成影像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區分提示控制與參數更新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W′＝W＋BA 解釋低秩更新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設計合法、可測試的小型資料集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 · 生成影像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凍結原權重，學習小型低秩更新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資料角度、背景與標註決定模型學到什麼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訓練損失下降不等於未見情境表現變好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10022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77359" y="1587550"/>
            <a:ext cx="6593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01184" y="1660475"/>
            <a:ext cx="41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25518" y="1587550"/>
            <a:ext cx="10022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49343" y="1660475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overfitting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1955602"/>
            <a:ext cx="113942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028527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hold-out test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463403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650629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974925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 · 生成影像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 12–20 張候選圖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填寫來源、同意與標註資料卡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區分訓練候選與測試提示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判斷欠擬合／適當／過擬合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 · 生成影像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用固定虛構角色找出四類資料問題。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自訂非人物概念，提出測試矩陣與停止條件。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 · 生成影像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微調企畫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資料卡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測試與停止條件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為何稱為低秩？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小檔案等於低風險嗎？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如何判斷泛化？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W06 · 生成影像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W06｜LoRA 與影像微調</dc:title>
  <dc:subject>多媒體系統 115</dc:subject>
  <dc:creator>Willis Max</dc:creator>
  <cp:lastModifiedBy>Willis Max</cp:lastModifiedBy>
  <cp:revision>1</cp:revision>
  <dcterms:created xsi:type="dcterms:W3CDTF">2026-08-10T15:02:41Z</dcterms:created>
  <dcterms:modified xsi:type="dcterms:W3CDTF">2026-08-10T15:02:41Z</dcterms:modified>
</cp:coreProperties>
</file>